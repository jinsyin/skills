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Phoenix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Status update, Q3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Beta: 2026-10-15</a:t>
            </a:r>
          </a:p>
          <a:p>
            <a:r>
              <a:t>GA: 2026-12-01</a:t>
            </a:r>
          </a:p>
          <a:p>
            <a:r>
              <a:t>Migration tooling: in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